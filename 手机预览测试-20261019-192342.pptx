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	 			   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id="2147483649" r:id="rId4"/>
  </p:notes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/Relationships>




































	 			   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	  		   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
























































    	   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1143000"/>
            <a:ext cx="5486400" cy="5029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 xml:space="preserve">用于验证手机端能否打开 Office 文件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  	 	   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


























































  		    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4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	   	   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Notes" Type="http://schemas.openxmlformats.org/officeDocument/2006/relationships/notesSlide" Target="../notesSlides/notesSlide2.xml"/></Relationships>









































	 	 	   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1097280"/>
            <a:ext cx="10543032" cy="10972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1F3864"/>
                </a:solidFill>
              </a:rPr>
              <a:t xml:space="preserve">手机端文件预览测试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320040"/>
            <a:ext cx="10543032" cy="8229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1F3864"/>
                </a:solidFill>
              </a:rPr>
              <a:t xml:space="preserve">手机预览测试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822960" y="1371600"/>
            <a:ext cx="10543032" cy="1645920"/>
          </a:xfrm>
          <a:prstGeom prst="rect">
            <a:avLst/>
          </a:prstGeom>
        </p:spPr>
        <p:txBody>
          <a:bodyPr wrap="square" rtlCol="0"/>
          <a:lstStyle/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如果你能在手机上打开这个 PPT，说明文件交付没问题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这是从 DSH 通过 Agents Anywhere 同步过去的一份测试文件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生成时间：2026-10-19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dsh-office-tools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>
  <dc:title>手机端文件预览测试</dc:title>
</cp:coreProperties>
</file>